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double-charge story: provider charges, response is lost, handler retries blindly. Say: benchmarks never test this path. Pause, then the gap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aim once, slowly. Walk the five objectives quickly; each maps to a chapter and to a results table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three prior strands in one breath each. Land on the gap formula: done A/B/C, none done D, therefore propose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surveys: opinions about resilience are a poor substitute for measured findings on code. Say that only if pushed.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across the diagram. Emphasise: one server, any agent; the check costs nothing and never varies.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single manipulated variable: the only difference between arms is whether the server was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qualifies the instrument: the harness sees improvement where improvement exists, so trust it on the blind study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slide. Say the three numbers slowly. If asked about the regressions: one is the documented upsert false positive, the rest are the tool catching unsafe retries the agent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lessons, one breath each. The objectives table is in the report; here just assert the mapping confidently.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artifact: code, paper, DOI all public. Then stop talking and take questions. If asked about limits, go straight to the adversarial boundary — owning it is the strongest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DESIGN AND IMPLEMENTATION OF A DETERMINISTIC</a:t>
            </a:r>
          </a:p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FAILURE-MODE GUARDRAIL SYSTEM FOR AI-GENERATED</a:t>
            </a:r>
          </a:p>
          <a:p>
            <a:pPr algn="ctr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SOFTWARE USING MODEL CONTEXT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015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OLUWAMAYOWA KALEJAIYE  —  2023/C/SENG/0351</a:t>
            </a:r>
          </a:p>
          <a:p>
            <a:pPr algn="ctr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Department of Software Engineering, School of Computing, Miva Open University</a:t>
            </a:r>
          </a:p>
          <a:p>
            <a:pPr algn="ctr">
              <a:spcAft>
                <a:spcPts val="4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Supervisor: Ijegwa Acheme, Ph.D   —   July,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Coding agents write happy-path code: tutorials never show the failure.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Benchmarks score correctness on exercised paths, never resilience.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Ambiguous outcomes (charged? lost?) become double charges and lost work.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No deterministic, evidence-backed guardrails reach agents as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Aim and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Aim: design, implement, and evaluate deterministic failure-mode guardrails for AI-generated software.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1. Investigate failure modes and existing guardrail approaches.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2. Design an invariant-based guardrail framework.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3. Develop it as a Model Context Protocol server.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4. Implement a deterministic evaluation harness.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5. Evaluate through proxy and blind agent studies.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Literature and the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What exists: correctness benchmarks, pattern-selection DSS, resilience canons.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What is missing: checks on failure properties of generated code.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Nobody connects deterministic guardrails to the agents producing the code.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Therefore this study builds and measures that 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Research design: Design Science Research — build the artefact, then measure it.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Development: Agile iterations — rules, tools, harness, each tested before the next.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Data: 17 matched agent pairs + 6 proxy pairs + 6 adversarial cases.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Instrument: one deterministic harness, ten criteria, frozen prompts and manifests.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Knowledge base: 11 principles, 10 rule families, versioned JSON.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Deterministic engine: review, score, never hallucinates.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13 MCP tools: any compliant agent can call them at zero token cost.</a:t>
            </a:r>
          </a:p>
        </p:txBody>
      </p:sp>
      <p:pic>
        <p:nvPicPr>
          <p:cNvPr id="5" name="Picture 4" descr="fig3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48640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How evaluation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Same 6 prompts, two arms: baseline vs guardrails connected.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Three agents: Claude, Cursor, Codex — 17 matched pairs.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One harness scores all: findings, invariants, proportionality.</a:t>
            </a:r>
          </a:p>
        </p:txBody>
      </p:sp>
      <p:pic>
        <p:nvPicPr>
          <p:cNvPr id="5" name="Picture 4" descr="fig34_ev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Results I — proxy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CRITICAL 7 → 3, HIGH 7 → 0 across six scenarios.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Payment and webhook: 3 → 0 CRITICAL each.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Architecture quality 1.0 throughout: nothing bought with infrastructure.</a:t>
            </a:r>
          </a:p>
        </p:txBody>
      </p:sp>
      <p:pic>
        <p:nvPicPr>
          <p:cNvPr id="5" name="Picture 4" descr="fig41_pro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Results II — blind agent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16 of 17 pairs improved on at least one criterion.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HIGH findings never rose in any pair — and fell 13 → 1 overall.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Adversarial probe: 4 of 6 flagged at CRITICAL; limits documented.</a:t>
            </a:r>
          </a:p>
        </p:txBody>
      </p:sp>
      <p:pic>
        <p:nvPicPr>
          <p:cNvPr id="5" name="Picture 4" descr="fig42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4864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Discussion and objectives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Checks beat judges: deterministic output cannot hallucinate.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Early beats late: plan review reshaped designs; code review patched them.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All five objectives met — each maps to evidence in Chapter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26480" y="393192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1 Investigate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Ch. 2, Table 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2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Ch. 3, Figs 3.1–3.2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3 Develop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Ch. 4, server +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4 Harness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Ch. 3–4, 10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5 Evaluate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Tables 4.2–4.4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864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11064240" cy="25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Deterministic guardrails measurably improve agent-generated resilience.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Recommend: review plans before code; ship checks as tools, not judges.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Next: AST-level rules, enforced tool use, live-provider testing.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Artifact: github.com/mayowa-kalejaiye/Failures — 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95659"/>
                </a:solidFill>
                <a:latin typeface="Calibri"/>
              </a:rPr>
              <a:t>Failures — Final Year Project Defence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